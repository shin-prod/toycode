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ウイスキー入門ガイド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ウイスキーの基礎知識から楽しみ方まで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ウイスキーとは？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・大麦、ライ麦、コーンなどの穀物を原料に発酵・蒸留した蒸留酒</a:t>
            </a:r>
          </a:p>
          <a:p>
            <a:r>
              <a:t>・樽で熟成させることで独特の風味と色が生まれる</a:t>
            </a:r>
          </a:p>
          <a:p>
            <a:r>
              <a:t>・アルコール度数は一般的に40〜60%</a:t>
            </a:r>
          </a:p>
          <a:p>
            <a:r>
              <a:t>・スコットランドが発祥の地とされる（15世紀頃）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主な産地と種類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【スコッチ】スコットランド産。スモーキーな味わいが特徴</a:t>
            </a:r>
          </a:p>
          <a:p>
            <a:r>
              <a:t>【アイリッシュ】アイルランド産。3回蒸留でまろやか</a:t>
            </a:r>
          </a:p>
          <a:p>
            <a:r>
              <a:t>【バーボン】アメリカ産。コーン主体で甘みがあり</a:t>
            </a:r>
          </a:p>
          <a:p>
            <a:r>
              <a:t>【カナディアン】カナダ産。ライ麦主体で軽やか</a:t>
            </a:r>
          </a:p>
          <a:p>
            <a:r>
              <a:t>【ジャパニーズ】日本産。繊細でバランスの良い味わい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主要ブランド紹介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【スコッチ】Johnnie Walker, Glenfiddich, Macallan, Lagavulin</a:t>
            </a:r>
          </a:p>
          <a:p>
            <a:r>
              <a:t>【アイリッシュ】Jameson, Bushmills, Tullamore D.E.W.</a:t>
            </a:r>
          </a:p>
          <a:p>
            <a:r>
              <a:t>【バーボン】Jack Daniel's, Jim Beam, Maker's Mark</a:t>
            </a:r>
          </a:p>
          <a:p>
            <a:r>
              <a:t>【ジャパニーズ】山崎、白州、響、ニッカ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楽しみ方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【ストレート】そのまま味わう。香りと味の奥深さを堪能</a:t>
            </a:r>
          </a:p>
          <a:p>
            <a:r>
              <a:t>【ロック】氷を入れて冷やす。爽快感があり飲みやすい</a:t>
            </a:r>
          </a:p>
          <a:p>
            <a:r>
              <a:t>【ハイボール】ソーダで割る。軽やかで食事に合う</a:t>
            </a:r>
          </a:p>
          <a:p>
            <a:r>
              <a:t>【水割り】水で割る。日本で人気。味がまろやかに</a:t>
            </a:r>
          </a:p>
          <a:p>
            <a:r>
              <a:t>【トワイスアップ】水と少量のウイスキー。香りを楽しむ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飲み方のポイント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・グラスはテイスティンググラスやロックグラスがおすすめ</a:t>
            </a:r>
          </a:p>
          <a:p>
            <a:r>
              <a:t>・最初は香りを楽しむ（スワリングして香りを立たせる）</a:t>
            </a:r>
          </a:p>
          <a:p>
            <a:r>
              <a:t>・一口含んで口の中で転がす</a:t>
            </a:r>
          </a:p>
          <a:p>
            <a:r>
              <a:t>・食べ物とのペアリングも楽しむ（チーズ、チョコレート、ナッツなど）</a:t>
            </a:r>
          </a:p>
          <a:p>
            <a:r>
              <a:t>・好みの産地や銘柄を見つける旅を楽しもう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