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クラスタリング技術入門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Learning &amp; Data Mining</a:t>
            </a:r>
          </a:p>
          <a:p/>
          <a:p>
            <a:r>
              <a:t>機械学習における教師なし学習の基盤技術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クラスタリングとは？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【定義】</a:t>
            </a:r>
          </a:p>
          <a:p>
            <a:r>
              <a:t>データを類似性に基づいてグループ（クラスタ）に分類する教師なし学習手法</a:t>
            </a:r>
          </a:p>
          <a:p/>
          <a:p>
            <a:r>
              <a:t>【特徴】</a:t>
            </a:r>
          </a:p>
          <a:p>
            <a:r>
              <a:t>• ラベル不要：教師データが不要</a:t>
            </a:r>
          </a:p>
          <a:p>
            <a:r>
              <a:t>• パターン発見：隠れた構造を抽出</a:t>
            </a:r>
          </a:p>
          <a:p>
            <a:r>
              <a:t>• 前処理：次元削減・特徴抽出の前段階</a:t>
            </a:r>
          </a:p>
          <a:p/>
          <a:p>
            <a:r>
              <a:t>【主な用途】</a:t>
            </a:r>
          </a:p>
          <a:p>
            <a:r>
              <a:t>顧客セグメンテーション、画像分割、異常検知、ドキュメント分類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アルゴリズム分類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t>手法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代表アルゴリズム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特徴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適用ケース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分割型 (Partitional)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K-means, K-medoids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事前にKを指定、球状クラスタ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大規模データ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階層型 (Hierarchical)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Ward, Complete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デンドログラム出力、樹形構造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系統分類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密度型 (Density)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DBSCAN, OPTICS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ノイズ除去、任意形状対応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外れ値多いデータ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モデル型 (Model-based)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GMM, スペクトラル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確率的・確率的クラスタリング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重なり合うクラスタ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アルゴリズム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【アルゴリズム手順】</a:t>
            </a:r>
          </a:p>
          <a:p/>
          <a:p>
            <a:r>
              <a:t>1. 初期化：K個の中心点μ₁, μ₂, ..., μₖをランダムに選択</a:t>
            </a:r>
          </a:p>
          <a:p/>
          <a:p>
            <a:r>
              <a:t>2. 割り当て（Eステップ）：</a:t>
            </a:r>
          </a:p>
          <a:p>
            <a:r>
              <a:t>   rₙₖ = 1 if k = argminⱼ ||xₙ - μⱼ||² else 0</a:t>
            </a:r>
          </a:p>
          <a:p/>
          <a:p>
            <a:r>
              <a:t>3. 更新（Mステップ）：</a:t>
            </a:r>
          </a:p>
          <a:p>
            <a:r>
              <a:t>   μₖ = (Σₙ rₙₖxₙ) / (Σₙ rₙₖ)</a:t>
            </a:r>
          </a:p>
          <a:p/>
          <a:p>
            <a:r>
              <a:t>4. 収束まで2-3を繰り返し</a:t>
            </a:r>
          </a:p>
          <a:p/>
          <a:p>
            <a:r>
              <a:t>【時間計算量】O(n × K × d × iterations)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図解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1828800" y="137160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01168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286000"/>
            <a:ext cx="274320" cy="27432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164592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01168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6320" y="2286000"/>
            <a:ext cx="274320" cy="27432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173736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173736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1: ランダム初期化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2: 最近傍割り当て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3: 重心更新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Step 4: 収束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階層的クラスタリング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【手法】</a:t>
            </a:r>
          </a:p>
          <a:p>
            <a:r>
              <a:t>• 凝集型（ボトムアップ）：各点を個別のクラスタ→最も近いペアを統合</a:t>
            </a:r>
          </a:p>
          <a:p>
            <a:r>
              <a:t>• 分割型（トップダウン）：全データを1クラスタ→分割を繰り返し</a:t>
            </a:r>
          </a:p>
          <a:p/>
          <a:p>
            <a:r>
              <a:t>【リンク法】</a:t>
            </a:r>
          </a:p>
          <a:p>
            <a:r>
              <a:t>Single Linkage:    d(A,B) = min{d(a,b) | a∈A, b∈B}</a:t>
            </a:r>
          </a:p>
          <a:p>
            <a:r>
              <a:t>Complete Linkage:  d(A,B) = max{d(a,b) | a∈A, b∈B}</a:t>
            </a:r>
          </a:p>
          <a:p>
            <a:r>
              <a:t>Average Linkage:   d(A,B) = avg{d(a,b) | a∈A, b∈B}</a:t>
            </a:r>
          </a:p>
          <a:p>
            <a:r>
              <a:t>Ward's Method:     クラスタ内分散増分を最小化</a:t>
            </a:r>
          </a:p>
          <a:p/>
          <a:p>
            <a:r>
              <a:t>【計算量】O(n²) ~ O(n³)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階層クラスタリング - デンドログラム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0" y="4572000"/>
            <a:ext cx="365760" cy="36576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3840480"/>
            <a:ext cx="45720" cy="731520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