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映画の歴史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誕生から現代まで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映画の誕生（1890年代）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・1895年：ルミエール兄弟がパリで最初の公開上映会</a:t>
            </a:r>
          </a:p>
          <a:p>
            <a:r>
              <a:t>　「工場の出口」「汽車の到着」などを上映</a:t>
            </a:r>
          </a:p>
          <a:p>
            <a:r>
              <a:t>・ジョルジュ・メリエス：特殊撮影技術の先駆者</a:t>
            </a:r>
          </a:p>
          <a:p>
            <a:r>
              <a:t>　「月世界旅行」(1902年)で幻想映画の礎を築く</a:t>
            </a:r>
          </a:p>
          <a:p>
            <a:r>
              <a:t>・映画は「奇術」の一種として始まった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無声映画の時代（1900〜1920年代）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・チャーリー・チャップリン：「モダン・タイムス」など</a:t>
            </a:r>
          </a:p>
          <a:p>
            <a:r>
              <a:t>　世界的人気を獲得、喜劇映画の王様</a:t>
            </a:r>
          </a:p>
          <a:p>
            <a:r>
              <a:t>・バスター・キートン：スタントを駆使した独創的な演出</a:t>
            </a:r>
          </a:p>
          <a:p>
            <a:r>
              <a:t>・表現主義映画：ドイツで誕生「カリガリ博士」</a:t>
            </a:r>
          </a:p>
          <a:p>
            <a:r>
              <a:t>・字幕カードと生演奏で物語が伝えられた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トーキー（有声映画）の登場（1927年）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・1927年：「ジャズ・シンガー」公開</a:t>
            </a:r>
          </a:p>
          <a:p>
            <a:r>
              <a:t>　アラ・ジョルソンの音声が観客を驚かせた</a:t>
            </a:r>
          </a:p>
          <a:p>
            <a:r>
              <a:t>・映画産業に革命が起こる</a:t>
            </a:r>
          </a:p>
          <a:p>
            <a:r>
              <a:t>　ミュージカル映画が大流行</a:t>
            </a:r>
          </a:p>
          <a:p>
            <a:r>
              <a:t>・無声映画スターの移行が課題に</a:t>
            </a:r>
          </a:p>
          <a:p>
            <a:r>
              <a:t>　声の良い俳優が重視されるように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ハリウッドの黄金時代（1930〜1950年代）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・スタジオシステムの確立</a:t>
            </a:r>
          </a:p>
          <a:p>
            <a:r>
              <a:t>　八大スタジオが映画産業を支配</a:t>
            </a:r>
          </a:p>
          <a:p>
            <a:r>
              <a:t>・様々なジャンルが開花</a:t>
            </a:r>
          </a:p>
          <a:p>
            <a:r>
              <a:t>　ミュージカル：「雨に唄えば」</a:t>
            </a:r>
          </a:p>
          <a:p>
            <a:r>
              <a:t>　西部劇：ジョン・フォード、ハワード・ホークス</a:t>
            </a:r>
          </a:p>
          <a:p>
            <a:r>
              <a:t>　フィルム・ノワール：犯罪と影の美学</a:t>
            </a:r>
          </a:p>
          <a:p>
            <a:r>
              <a:t>・テレビ普及前、映画は最高の娯楽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ニューシネマと新しい波（1960〜1970年代）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・フランス・ヌーヴェルヴァーグ</a:t>
            </a:r>
          </a:p>
          <a:p>
            <a:r>
              <a:t>　ゴダール「勝手にしやがれ」、トリュフォー</a:t>
            </a:r>
          </a:p>
          <a:p>
            <a:r>
              <a:t>　手軽な撮影機材で自由な表現を追求</a:t>
            </a:r>
          </a:p>
          <a:p>
            <a:r>
              <a:t>・ドイツ・ニューシネマ</a:t>
            </a:r>
          </a:p>
          <a:p>
            <a:r>
              <a:t>　ファスビンダー、ヘルツォーク、ベンドルス</a:t>
            </a:r>
          </a:p>
          <a:p>
            <a:r>
              <a:t>・ニューハリウッド</a:t>
            </a:r>
          </a:p>
          <a:p>
            <a:r>
              <a:t>　コッポラ、スコセッシ、スピルバーグが登場</a:t>
            </a:r>
          </a:p>
          <a:p>
            <a:r>
              <a:t>　若手監督が商業映画に革新をもたらす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ブロックバスター時代（1970〜1980年代）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・1975年：「ジョーズ」</a:t>
            </a:r>
          </a:p>
          <a:p>
            <a:r>
              <a:t>　サマーポジション大作戦が成功</a:t>
            </a:r>
          </a:p>
          <a:p>
            <a:r>
              <a:t>・1977年：「スター・ウォーズ」</a:t>
            </a:r>
          </a:p>
          <a:p>
            <a:r>
              <a:t>　SF映画の金字塔、グッズ展開も劇的</a:t>
            </a:r>
          </a:p>
          <a:p>
            <a:r>
              <a:t>・ハイ・コンセプト映画の台頭</a:t>
            </a:r>
          </a:p>
          <a:p>
            <a:r>
              <a:t>　一言で説明できる設定が人気</a:t>
            </a:r>
          </a:p>
          <a:p>
            <a:r>
              <a:t>・マルチプレックスの登場</a:t>
            </a:r>
          </a:p>
          <a:p>
            <a:r>
              <a:t>　ショッピングセンターに映画館が進出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CG革命とデジタル時代（1990年代〜現在）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・1995年：「トイ・ストーリー」</a:t>
            </a:r>
          </a:p>
          <a:p>
            <a:r>
              <a:t>　世界初のフルCG長編アニメーション</a:t>
            </a:r>
          </a:p>
          <a:p>
            <a:r>
              <a:t>・「ジュラシック・パーク」「ターミネーター2」</a:t>
            </a:r>
          </a:p>
          <a:p>
            <a:r>
              <a:t>　実写とCGの融合が進化</a:t>
            </a:r>
          </a:p>
          <a:p>
            <a:r>
              <a:t>・デジタルシネマの普及</a:t>
            </a:r>
          </a:p>
          <a:p>
            <a:r>
              <a:t>　フィルムからデジタル投影へ</a:t>
            </a:r>
          </a:p>
          <a:p>
            <a:r>
              <a:t>・ストリーミング配信の台頭</a:t>
            </a:r>
          </a:p>
          <a:p>
            <a:r>
              <a:t>　Netflix、Disney+など新たな観賞形態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・映画は1895年の誕生から約130年の歴史</a:t>
            </a:r>
          </a:p>
          <a:p>
            <a:r>
              <a:t>・技術の進化：無声→トーキー→カラー→CG→デジタル</a:t>
            </a:r>
          </a:p>
          <a:p>
            <a:r>
              <a:t>・変わらないもの：「物語」を伝える力</a:t>
            </a:r>
          </a:p>
          <a:p>
            <a:r>
              <a:t>・映像表現の可能性は無限大</a:t>
            </a:r>
          </a:p>
          <a:p>
            <a:r>
              <a:t>・今後も新しい技術と創造力で進化し続ける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