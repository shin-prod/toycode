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テレビの歴史：技術の進化と社会への影響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テレビの歴史：技術の進化と社会への影響</a:t>
            </a:r>
          </a:p>
          <a:p>
            <a:r>
              <a:t>黎明期からデジタル時代、そして未来へ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テレビの誕生（1920年代〜1940年代）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1925年：ベアードによる世界初の動画像伝送</a:t>
            </a:r>
          </a:p>
          <a:p>
            <a:r>
              <a:t>1926年：高柳健次郎が「イ」の字を表示</a:t>
            </a:r>
          </a:p>
          <a:p>
            <a:r>
              <a:t>電子式テレビの登場とブラウン管の普及</a:t>
            </a:r>
          </a:p>
          <a:p>
            <a:r>
              <a:t>1930年代に機械式から電子式への転換が進む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黄金時代とカラー化（1950年代〜1970年代）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1953年：日本でのテレビ放送開始</a:t>
            </a:r>
          </a:p>
          <a:p>
            <a:r>
              <a:t>1960年：カラー本放送の開始</a:t>
            </a:r>
          </a:p>
          <a:p>
            <a:r>
              <a:t>「居間の主役」としての地位確立（3種の神器）</a:t>
            </a:r>
          </a:p>
          <a:p>
            <a:r>
              <a:t>衛星中継の成功（1964年東京オリンピックなど）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放送の多角化と高画質化（1980年代〜2000年代）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衛星放送（BS/CS）の普及と多チャンネル化</a:t>
            </a:r>
          </a:p>
          <a:p>
            <a:r>
              <a:t>ケーブルテレビの拡大</a:t>
            </a:r>
          </a:p>
          <a:p>
            <a:r>
              <a:t>ハイビジョン放送の開始</a:t>
            </a:r>
          </a:p>
          <a:p>
            <a:r>
              <a:t>ブラウン管から液晶・プラズマディスプレイへの移行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デジタル化とネット融合（2010年代〜現在）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2011年：地上デジタル放送への完全移行</a:t>
            </a:r>
          </a:p>
          <a:p>
            <a:r>
              <a:t>4K・8K超高精細放送の開始</a:t>
            </a:r>
          </a:p>
          <a:p>
            <a:r>
              <a:t>スマートテレビの登場（YouTube, Netflix等の統合）</a:t>
            </a:r>
          </a:p>
          <a:p>
            <a:r>
              <a:t>「放送」から「オンデマンド」への視聴スタイルの変化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まとめと未来の展望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技術：AR/VRとの融合による没入型体験</a:t>
            </a:r>
          </a:p>
          <a:p>
            <a:r>
              <a:t>2. 役割：情報の信頼性拠点としての再定義</a:t>
            </a:r>
          </a:p>
          <a:p>
            <a:r>
              <a:t>3. 形態：デバイスを選ばない「映像体験」へ</a:t>
            </a:r>
          </a:p>
          <a:p>
            <a:r>
              <a:t>テレビは「箱」から「体験」へと進化し続ける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