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くすりの歴史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古代から現代までの医薬品の変遷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はじめに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くすりとは：病気の治療や予防、健康の維持・増進のために使用される物質</a:t>
            </a:r>
          </a:p>
          <a:p/>
          <a:p>
            <a:r>
              <a:t>• 人類と薬の関わりは、文明の発祥と同じくらい古い</a:t>
            </a:r>
          </a:p>
          <a:p/>
          <a:p>
            <a:r>
              <a:t>• 古代から現代まで、薬は常に人々の健康を支えてきた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古代の薬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古代エジプト（紀元前3000年頃）</a:t>
            </a:r>
          </a:p>
          <a:p>
            <a:r>
              <a:t>  - エベルス・パピルス：700種以上の処方が記載</a:t>
            </a:r>
          </a:p>
          <a:p/>
          <a:p>
            <a:r>
              <a:t>• 古代中国（紀元前200年頃）</a:t>
            </a:r>
          </a:p>
          <a:p>
            <a:r>
              <a:t>  - 『神農本草経』：365種の生薬を分類</a:t>
            </a:r>
          </a:p>
          <a:p/>
          <a:p>
            <a:r>
              <a:t>• 古代ギリシャ</a:t>
            </a:r>
          </a:p>
          <a:p>
            <a:r>
              <a:t>  - ヒポクラテス：観察に基づく医療の提唱</a:t>
            </a:r>
          </a:p>
          <a:p>
            <a:r>
              <a:t>  - ガレノス：4体液説と調剤法</a:t>
            </a:r>
          </a:p>
          <a:p/>
          <a:p>
            <a:r>
              <a:t>• アラビア医学（8〜12世紀）</a:t>
            </a:r>
          </a:p>
          <a:p>
            <a:r>
              <a:t>  - ギリシャ医学の保存と発展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中世〜近世の薬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錬金術から化学への移行</a:t>
            </a:r>
          </a:p>
          <a:p>
            <a:r>
              <a:t>  - 鉱物薬の使用開始</a:t>
            </a:r>
          </a:p>
          <a:p/>
          <a:p>
            <a:r>
              <a:t>• パラケルススの革命（16世紀）</a:t>
            </a:r>
          </a:p>
          <a:p>
            <a:r>
              <a:t>  - 「毒と薬の違いは量である」</a:t>
            </a:r>
          </a:p>
          <a:p>
            <a:r>
              <a:t>  - 化学物質の医療利用を提唱</a:t>
            </a:r>
          </a:p>
          <a:p/>
          <a:p>
            <a:r>
              <a:t>• 生薬の収集と貿易</a:t>
            </a:r>
          </a:p>
          <a:p>
            <a:r>
              <a:t>  - コロンブス大陸発見後、新大陸の薬草が流入</a:t>
            </a:r>
          </a:p>
          <a:p>
            <a:r>
              <a:t>  - キニーネ、イペカルパナなど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近代薬学の誕生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19世紀の飛躍</a:t>
            </a:r>
          </a:p>
          <a:p>
            <a:r>
              <a:t>  - 1806年：モルヒネ（サラテル）の単離</a:t>
            </a:r>
          </a:p>
          <a:p>
            <a:r>
              <a:t>  - 1819年：カフェインの単離</a:t>
            </a:r>
          </a:p>
          <a:p>
            <a:r>
              <a:t>  - 1820年：キニーネの単離</a:t>
            </a:r>
          </a:p>
          <a:p/>
          <a:p>
            <a:r>
              <a:t>• 有機合成化学の発展</a:t>
            </a:r>
          </a:p>
          <a:p>
            <a:r>
              <a:t>  - 1859年：アセチルサリチル酸の合成</a:t>
            </a:r>
          </a:p>
          <a:p>
            <a:r>
              <a:t>  - 1899年：アスピリンとして販売開始</a:t>
            </a:r>
          </a:p>
          <a:p/>
          <a:p>
            <a:r>
              <a:t>• 製薬会社の創立</a:t>
            </a:r>
          </a:p>
          <a:p>
            <a:r>
              <a:t>  - バイエル（1863年）、メルク（1668年創業、近代的体制へ）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現代の薬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抗生物質の発見（20世紀）</a:t>
            </a:r>
          </a:p>
          <a:p>
            <a:r>
              <a:t>  - 1928年：フレミングがペニシリンを発見</a:t>
            </a:r>
          </a:p>
          <a:p>
            <a:r>
              <a:t>  - 1940年代：大量生産開始、感染症治療に革命</a:t>
            </a:r>
          </a:p>
          <a:p/>
          <a:p>
            <a:r>
              <a:t>• 合成化学薬の黄金時代</a:t>
            </a:r>
          </a:p>
          <a:p>
            <a:r>
              <a:t>  - 降圧剤、降コレステロール薬など</a:t>
            </a:r>
          </a:p>
          <a:p/>
          <a:p>
            <a:r>
              <a:t>• バイオテクノロジー製剤</a:t>
            </a:r>
          </a:p>
          <a:p>
            <a:r>
              <a:t>  - 1982年：ヒトインスリン（遺伝子組換え）</a:t>
            </a:r>
          </a:p>
          <a:p/>
          <a:p>
            <a:r>
              <a:t>• 分子標的薬（21世紀）</a:t>
            </a:r>
          </a:p>
          <a:p>
            <a:r>
              <a:t>  - ガン細胞を標的に攻撃</a:t>
            </a:r>
          </a:p>
          <a:p>
            <a:r>
              <a:t>  - 免疫チェックポイント阻害薬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くすりの歴史は人類の叡智の歴史</a:t>
            </a:r>
          </a:p>
          <a:p/>
          <a:p>
            <a:r>
              <a:t>• 自然の生薬 → 化学的単離 → 合成創薬 → バイオ製剤へと進化</a:t>
            </a:r>
          </a:p>
          <a:p/>
          <a:p>
            <a:r>
              <a:t>• 今後も個別化医療（パーソナライズド医療）や</a:t>
            </a:r>
          </a:p>
          <a:p>
            <a:r>
              <a:t>  AIを活用した創薬が発展していく</a:t>
            </a:r>
          </a:p>
          <a:p/>
          <a:p>
            <a:r>
              <a:t>• 病気と闘い、人々の健康を守るため、</a:t>
            </a:r>
          </a:p>
          <a:p>
            <a:r>
              <a:t>  くすりの研究は続いていく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