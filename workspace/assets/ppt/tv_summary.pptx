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000000"/>
                </a:solidFill>
              </a:rPr>
              <a:t>テレビについて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基本・現状・これから（要約）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000000"/>
                </a:solidFill>
              </a:rPr>
              <a:t>テレビとは（定義と役割）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・映像と音声で情報と娯楽を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　届けるメディア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・速報性と同時性が強み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・社会の共通話題を作る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　影響も大きい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000000"/>
                </a:solidFill>
              </a:rPr>
              <a:t>テレビの仕組み（超概要）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822960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600" b="0">
                <a:solidFill>
                  <a:srgbClr val="000000"/>
                </a:solidFill>
              </a:rPr>
              <a:t>制作（番組づくり）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  ↓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送出（放送局から配信）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  ↓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伝送（地上波/BS/CS/ネット）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  ↓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受像（TV・スマホ・PC）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/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・地上波: 地域中心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・BS/CS: 衛星/専門ch</a:t>
            </a:r>
          </a:p>
          <a:p>
            <a:pPr algn="l"/>
            <a:r>
              <a:rPr sz="1600" b="0">
                <a:solidFill>
                  <a:srgbClr val="000000"/>
                </a:solidFill>
              </a:rPr>
              <a:t>・ネット: オンデマンド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000000"/>
                </a:solidFill>
              </a:rPr>
              <a:t>地上波と動画配信の比較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80467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1051560">
                <a:tc>
                  <a:txBody>
                    <a:bodyPr/>
                    <a:lstStyle/>
                    <a:p>
                      <a:r>
                        <a:t>観点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地上波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動画配信</a:t>
                      </a:r>
                    </a:p>
                  </a:txBody>
                  <a:tcPr/>
                </a:tc>
              </a:tr>
              <a:tr h="1051560">
                <a:tc>
                  <a:txBody>
                    <a:bodyPr/>
                    <a:lstStyle/>
                    <a:p>
                      <a:r>
                        <a:t>視聴タイミング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同時視聴が中心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好きな時に視聴</a:t>
                      </a:r>
                    </a:p>
                  </a:txBody>
                  <a:tcPr/>
                </a:tc>
              </a:tr>
              <a:tr h="1051560">
                <a:tc>
                  <a:txBody>
                    <a:bodyPr/>
                    <a:lstStyle/>
                    <a:p>
                      <a:r>
                        <a:t>提供方法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番組表（編成）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検索・おすすめ</a:t>
                      </a:r>
                    </a:p>
                  </a:txBody>
                  <a:tcPr/>
                </a:tc>
              </a:tr>
              <a:tr h="1051560">
                <a:tc>
                  <a:txBody>
                    <a:bodyPr/>
                    <a:lstStyle/>
                    <a:p>
                      <a:r>
                        <a:t>収益モデル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CM中心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広告 or サブスク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